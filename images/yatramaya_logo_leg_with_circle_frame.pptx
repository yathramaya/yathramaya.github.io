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2433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3105785" y="1450975"/>
            <a:ext cx="4567555" cy="4567555"/>
          </a:xfrm>
          <a:prstGeom prst="ellipse">
            <a:avLst/>
          </a:prstGeom>
          <a:noFill/>
          <a:ln w="546100">
            <a:solidFill>
              <a:srgbClr val="C02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" name="Picture 4" descr="yatramaya_logo_leg_onl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3680" y="1896745"/>
            <a:ext cx="2701290" cy="3670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 Unicode MS</vt:lpstr>
      <vt:lpstr>Arial Black</vt:lpstr>
      <vt:lpstr>SimSun</vt:lpstr>
      <vt:lpstr>文泉驿微米黑</vt:lpstr>
      <vt:lpstr>微软雅黑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ratheesh</dc:creator>
  <cp:lastModifiedBy>ratheesh</cp:lastModifiedBy>
  <cp:revision>2</cp:revision>
  <dcterms:created xsi:type="dcterms:W3CDTF">2021-08-01T05:33:12Z</dcterms:created>
  <dcterms:modified xsi:type="dcterms:W3CDTF">2021-08-01T05:33:12Z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1033-11.1.0.8865</vt:lpwstr>
  </property>
</Properties>
</file>